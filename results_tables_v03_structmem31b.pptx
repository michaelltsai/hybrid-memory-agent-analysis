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88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Forma DJR Display"/>
              </a:rPr>
              <a:t>Experimental Results:  End-to-End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88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 u="none">
                <a:solidFill>
                  <a:srgbClr val="767676"/>
                </a:solidFill>
                <a:latin typeface="Forma DJR Micro"/>
              </a:rPr>
              <a:t>Overall QA performance across benchmarks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3736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58768" y="1828800"/>
            <a:ext cx="102047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Memory Performance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7" y="2103120"/>
            <a:ext cx="1002182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2011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116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2212848"/>
            <a:ext cx="20409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LongMemEval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QA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99708" y="2212848"/>
            <a:ext cx="20409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QA 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40649" y="2212848"/>
            <a:ext cx="20409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Token F1 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81590" y="2212848"/>
            <a:ext cx="20409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HaluMem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QA 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22531" y="2212848"/>
            <a:ext cx="204094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MemFail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Correct ↑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66928" y="274320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66928" y="2743200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92807" y="2743200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2743200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0.4545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9708" y="2743200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0.4422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40649" y="2743200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0.0955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81590" y="2743200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0.2972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22531" y="2743200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0.7429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419856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92807" y="3419856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58768" y="3419856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0.4091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9708" y="3419856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0.6181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40649" y="3419856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0.1567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81590" y="3419856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0.3528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22531" y="3419856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0.7714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4096512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StructMem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92807" y="4096512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4096512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9708" y="4096512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0.6432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40649" y="4096512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0.2005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81590" y="4096512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0.5305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022531" y="4096512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0.8571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4773168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A-MEM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92807" y="4773168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58768" y="4773168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0.5000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99708" y="4773168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0.4925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40649" y="4773168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0.1567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81590" y="4773168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0.4889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022531" y="4773168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0.7714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5449824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Letta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92807" y="5449824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58768" y="5449824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0.4091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9708" y="5449824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0.6080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40649" y="5449824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0.1051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81590" y="5449824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0.5056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22531" y="5449824"/>
            <a:ext cx="204094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0.5143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199632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6928" y="6364224"/>
            <a:ext cx="134965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 u="none">
                <a:solidFill>
                  <a:srgbClr val="767676"/>
                </a:solidFill>
                <a:latin typeface="Forma DJR Micro"/>
              </a:rPr>
              <a:t>Note. ↑ higher is better; ↓ lower is better. Best results are bold; second-best results are underlined. StructMem's LongMemEval cells are omitted: that run covers only the 5-question knowledge-update subset.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88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Forma DJR Display"/>
              </a:rPr>
              <a:t>Experimental Results:  MemFail Error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88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 u="none">
                <a:solidFill>
                  <a:srgbClr val="767676"/>
                </a:solidFill>
                <a:latin typeface="Forma DJR Micro"/>
              </a:rPr>
              <a:t>Failure-category error rates across memory backends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3736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58768" y="1828800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Summary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7" y="2103120"/>
            <a:ext cx="236829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9944" y="1828800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Storage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01383" y="2103120"/>
            <a:ext cx="236829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961120" y="1828800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Retrieval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052560" y="2103120"/>
            <a:ext cx="236829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12296" y="1828800"/>
            <a:ext cx="25511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Reasoning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603736" y="2103120"/>
            <a:ext cx="2368296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2011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7" y="20116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LLM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Error Rate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Error Rate 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Error Rate 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12296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Error Rate ↓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274320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2743200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2743200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0.1143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0.0571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12296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0.0857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419856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7" y="3419856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0.0571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0.0286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0.0571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12296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0.0857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096512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StructMem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92807" y="4096512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0.0286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12296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0.1143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773168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A-MEM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92807" y="4773168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8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4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0.0857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12296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0.1429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5449824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Letta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892807" y="5449824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58768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9944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0.3429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61120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512296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0.1429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66928" y="6199632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566928" y="6364224"/>
            <a:ext cx="134965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 u="none">
                <a:solidFill>
                  <a:srgbClr val="767676"/>
                </a:solidFill>
                <a:latin typeface="Forma DJR Micro"/>
              </a:rPr>
              <a:t>Note. ↑ higher is better; ↓ lower is better. Best results are bold; second-best results are underlined. The four rates sum to the error rate: 1 minus MemFail accuracy.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88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Forma DJR Display"/>
              </a:rPr>
              <a:t>Experimental Results:  Summary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88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 u="none">
                <a:solidFill>
                  <a:srgbClr val="767676"/>
                </a:solidFill>
                <a:latin typeface="Forma DJR Micro"/>
              </a:rPr>
              <a:t>Extraction failure rates alongside the official extraction metrics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3736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58768" y="1828800"/>
            <a:ext cx="680313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Stage failure rate ↓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7" y="2103120"/>
            <a:ext cx="6620257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61904" y="1828800"/>
            <a:ext cx="340156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Official extraction metric 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753344" y="2103120"/>
            <a:ext cx="321868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2011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0116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212848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LongMemEval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P1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59552" y="2212848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P1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0336" y="2212848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HaluMem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P1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212848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MemFail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Summary Error 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1904" y="2212848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F1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62688" y="2212848"/>
            <a:ext cx="170078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HaluMem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F1 ↑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274320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2743200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7" y="2743200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2743200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0.0909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59552" y="2743200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0.2640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0336" y="2743200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0.2483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2743200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0.1143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61904" y="2743200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0.6481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62688" y="2743200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0.6777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3419856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7" y="3419856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341985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0.0909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59552" y="341985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0.2525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0336" y="341985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0.1655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341985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0.0571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1904" y="341985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0.7796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62688" y="3419856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0.8830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4096512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StructMem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92807" y="4096512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58768" y="4096512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559552" y="4096512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0.0573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0336" y="4096512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0.0480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4096512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61904" y="4096512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0.8845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62688" y="4096512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0.9339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4773168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A-MEM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92807" y="4773168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58768" y="4773168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0.2273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559552" y="4773168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0.2256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0336" y="4773168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0.0414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4773168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61904" y="4773168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0.7608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362688" y="4773168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0.9155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5449824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Letta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92807" y="5449824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58768" y="5449824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0.5455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559552" y="5449824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0.2374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5449824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0.1483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61120" y="5449824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661904" y="5449824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0.7855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362688" y="5449824"/>
            <a:ext cx="1700784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0.8194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566928" y="6199632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66928" y="6364224"/>
            <a:ext cx="134965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 u="none">
                <a:solidFill>
                  <a:srgbClr val="767676"/>
                </a:solidFill>
                <a:latin typeface="Forma DJR Micro"/>
              </a:rPr>
              <a:t>Note. ↑ higher is better; ↓ lower is better. Best results are bold; second-best results are underlined. StructMem's LongMemEval cells are omitted: that run covers only the 5-question knowledge-update subset. P1 / P4 / P5 are stage failure rates over all adjudicated questions; the three sum to the error rate, matching MemFail's official definition.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88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Forma DJR Display"/>
              </a:rPr>
              <a:t>Experimental Results:  Storage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88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 u="none">
                <a:solidFill>
                  <a:srgbClr val="767676"/>
                </a:solidFill>
                <a:latin typeface="Forma DJR Micro"/>
              </a:rPr>
              <a:t>Update accuracy and storage errors across memory backends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3736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58768" y="1828800"/>
            <a:ext cx="102047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Storage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7" y="2103120"/>
            <a:ext cx="1002182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2011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116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2212848"/>
            <a:ext cx="34015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LongMemEval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KU Accuracy 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0336" y="2212848"/>
            <a:ext cx="34015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HaluMem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Update 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1904" y="2212848"/>
            <a:ext cx="340156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MemFail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Storage Error 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8" y="274320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" y="2743200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2807" y="2743200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2743200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0.4286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2743200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0.5251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1904" y="2743200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419856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92807" y="3419856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58768" y="3419856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0.4286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0336" y="3419856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0.7659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1904" y="3419856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0.0286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096512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StructMem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92807" y="4096512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4096512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0336" y="4096512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0.7183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61904" y="4096512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4773168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A-MEM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92807" y="4773168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58768" y="4773168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0.5714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0336" y="4773168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0.8060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61904" y="4773168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449824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Letta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92807" y="5449824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58768" y="5449824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0.7143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0336" y="5449824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0.5853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61904" y="5449824"/>
            <a:ext cx="340156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0.3429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199632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6364224"/>
            <a:ext cx="134965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 u="none">
                <a:solidFill>
                  <a:srgbClr val="767676"/>
                </a:solidFill>
                <a:latin typeface="Forma DJR Micro"/>
              </a:rPr>
              <a:t>Note. ↑ higher is better; ↓ lower is better. Best results are bold; second-best results are underlined. StructMem's LongMemEval cells are omitted: that run covers only the 5-question knowledge-update subset. Letta's MemFail storage error includes memories not yet committed when the snapshot was taken; a controlled rerun with a write barrier put it at 0.029.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88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Forma DJR Display"/>
              </a:rPr>
              <a:t>Experimental Results:  Retrieval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88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 u="none">
                <a:solidFill>
                  <a:srgbClr val="767676"/>
                </a:solidFill>
                <a:latin typeface="Forma DJR Micro"/>
              </a:rPr>
              <a:t>Context sufficiency and retrieval quality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3736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58768" y="1828800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Stage failure rate ↓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7" y="2103120"/>
            <a:ext cx="4919473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961120" y="1828800"/>
            <a:ext cx="51023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Official ranking metric ↑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9052560" y="2103120"/>
            <a:ext cx="491947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66928" y="2011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92807" y="20116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58768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LongMemEval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P4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4356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P4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HaluMem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P4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5532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MemFail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Retr. Error 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LME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Recall@5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36708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LME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NDCG@5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12296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Recall@5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787884" y="2212848"/>
            <a:ext cx="1275588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NDCG@5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274320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2743200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2743200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0.0909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4356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0.1066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0.2207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5532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0.0571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0.9508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36708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0.8818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12296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0.2111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87884" y="2743200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0.1654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3419856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92807" y="3419856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0.1364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34356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0.0455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0.2310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5532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0.0571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0.9508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36708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0.8909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12296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0.4979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787884" y="3419856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0.4028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096512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StructMem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92807" y="4096512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34356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0.0521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9944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0.2000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5532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0.0286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61120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36708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12296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787884" y="4096512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4773168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A-MEM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92807" y="4773168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58768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34356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0.1282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9944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0.1103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85532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0.0857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61120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0.9545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36708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0.9127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512296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0.3583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787884" y="4773168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0.2660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5449824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Letta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92807" y="5449824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858768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34356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9944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0.0862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685532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0.0000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961120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0.1364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236708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0.0864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512296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787884" y="5449824"/>
            <a:ext cx="1275588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66928" y="6199632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66928" y="6364224"/>
            <a:ext cx="134965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 u="none">
                <a:solidFill>
                  <a:srgbClr val="767676"/>
                </a:solidFill>
                <a:latin typeface="Forma DJR Micro"/>
              </a:rPr>
              <a:t>Note. ↑ higher is better; ↓ lower is better. Best results are bold; second-best results are underlined. StructMem's LongMemEval cells are omitted: that run covers only the 5-question knowledge-update subset. StructMem and Letta carry no turn-level provenance, so LoCoMo's official ranking metrics cannot be computed for them. HaluMem publishes no retrieval metric.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118872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 u="none">
                <a:solidFill>
                  <a:srgbClr val="000000"/>
                </a:solidFill>
                <a:latin typeface="Forma DJR Display"/>
              </a:rPr>
              <a:t>Experimental Results:  Reasoning Evaluation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118872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 i="1" u="none">
                <a:solidFill>
                  <a:srgbClr val="767676"/>
                </a:solidFill>
                <a:latin typeface="Forma DJR Micro"/>
              </a:rPr>
              <a:t>Failure rates after sufficient evidence reaches the answering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73736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3858768" y="1828800"/>
            <a:ext cx="102047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Reasoning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50207" y="2103120"/>
            <a:ext cx="10021825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2011680"/>
            <a:ext cx="13258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92807" y="2011680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 u="none">
                <a:solidFill>
                  <a:srgbClr val="000000"/>
                </a:solidFill>
                <a:latin typeface="Forma DJR Micro"/>
              </a:rPr>
              <a:t>LLM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58768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LongMemEval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P5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9944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LoCoMo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P5 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HaluMem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P5 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12296" y="2212848"/>
            <a:ext cx="255117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MemFail</a:t>
            </a:r>
          </a:p>
          <a:p>
            <a:pPr algn="ctr"/>
            <a:r>
              <a:rPr sz="1200" b="1" i="0" u="none">
                <a:solidFill>
                  <a:srgbClr val="000000"/>
                </a:solidFill>
                <a:latin typeface="Forma DJR Micro"/>
              </a:rPr>
              <a:t>Reasoning Error ↓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66928" y="2743200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66928" y="2743200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92807" y="2743200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8768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0.3636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0.1827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0.3897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12296" y="2743200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0.0857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419856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Mem0 v2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92807" y="3419856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58768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0.3636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0.0808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0.3897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12296" y="3419856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0.0857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096512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StructMem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2807" y="4096512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58768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9944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0.2240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0.3440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12296" y="4096512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0.1143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4773168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A-MEM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92807" y="4773168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0.2727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9944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0.1436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1120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0.4586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12296" y="4773168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0.1429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5449824"/>
            <a:ext cx="132588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 i="0" u="none">
                <a:solidFill>
                  <a:srgbClr val="000000"/>
                </a:solidFill>
                <a:latin typeface="Forma DJR Micro"/>
              </a:rPr>
              <a:t>Letta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92807" y="5449824"/>
            <a:ext cx="19659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50" b="0" i="0" u="none">
                <a:solidFill>
                  <a:srgbClr val="3C3C3C"/>
                </a:solidFill>
                <a:latin typeface="Forma DJR Micro"/>
              </a:rPr>
              <a:t>gemma-4-31B-it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58768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 u="none">
                <a:solidFill>
                  <a:srgbClr val="000000"/>
                </a:solidFill>
                <a:latin typeface="Forma DJR Micro"/>
              </a:rPr>
              <a:t>0.0455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9944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0.1515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sng">
                <a:solidFill>
                  <a:srgbClr val="000000"/>
                </a:solidFill>
                <a:latin typeface="Forma DJR Micro"/>
              </a:rPr>
              <a:t>0.3621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12296" y="5449824"/>
            <a:ext cx="2551176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0" i="0" u="none">
                <a:solidFill>
                  <a:srgbClr val="000000"/>
                </a:solidFill>
                <a:latin typeface="Forma DJR Micro"/>
              </a:rPr>
              <a:t>0.1429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199632"/>
            <a:ext cx="13496544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66928" y="6364224"/>
            <a:ext cx="1349654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0" i="1" u="none">
                <a:solidFill>
                  <a:srgbClr val="767676"/>
                </a:solidFill>
                <a:latin typeface="Forma DJR Micro"/>
              </a:rPr>
              <a:t>Note. ↑ higher is better; ↓ lower is better. Best results are bold; second-best results are underlined. StructMem's LongMemEval cells are omitted: that run covers only the 5-question knowledge-update subset. P1 / P4 / P5 are stage failure rates over all adjudicated questions; the three sum to the error rate, matching MemFail's official definition.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