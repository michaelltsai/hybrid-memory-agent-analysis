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End-to-End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Overall QA performance across benchmarks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Memory Performance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9708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0649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Token F1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1590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22531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Correct 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0.4545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9708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0.4422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0649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0.0955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1590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2531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0.7429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0.4091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9708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0.6181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0649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0.1567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1590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0.3528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22531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0.7714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9708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0.6432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0649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0.2005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1590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0.5305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22531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0.8571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9708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0.4925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0649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0.1567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1590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0.4889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22531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0.7714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8768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0.4091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9708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0.6080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40649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0.1051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1590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0.5056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22531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0.5143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StructMem's LongMemEval cells are omitted: that run covers only the 5-question knowledge-update subset.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MemFail Error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Failure-category error rates across memory backends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236829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9944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Storage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01383" y="2103120"/>
            <a:ext cx="236829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0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Retrieval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2103120"/>
            <a:ext cx="23682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12296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Reasoning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03736" y="2103120"/>
            <a:ext cx="23682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12296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12296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2296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0.0286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12296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0.1143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12296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4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0.3429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12296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The four rates sum to the error rate: 1 minus MemFail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Summary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Extraction failure rates alongside the official extraction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68031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Stage failure rate 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662025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61904" y="1828800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Official extraction metric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53344" y="2103120"/>
            <a:ext cx="32186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Summary Error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1904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F1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62688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F1 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0.2640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0.2483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1904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0.6481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62688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0.6777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0.1655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1904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0.7796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62688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0.8830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0.0573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0336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0.0480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1904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0.8845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62688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0.9339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0.2273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9552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0.2256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0336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0.0414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1904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0.7608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62688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0.9155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0.5455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0.2374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0.1483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1904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0.7855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62688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0.8194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StructMem's LongMemEval cells are omitted: that run covers only the 5-question knowledge-update subset. P1 / P4 / P5 are stage failure rates over all adjudicated questions; the three sum to the error rate, matching MemFail's official definition.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Storage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Update accuracy and storage errors across memory backends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Storage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KU Accuracy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Update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1904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Storage Error 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0.5251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1904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0.4286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0.7659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1904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0.7183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1904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0.5714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0.8060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1904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8768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0.7143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0.5853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1904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0.3429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StructMem's LongMemEval cells are omitted: that run covers only the 5-question knowledge-update subset. Letta's MemFail storage error includes memories not yet committed when the snapshot was taken; a controlled rerun with a write barrier put it at 0.029.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Retrieval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Context sufficiency and retrieval quality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Stage failure rate 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49194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61120" y="1828800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Official ranking metric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52560" y="2103120"/>
            <a:ext cx="49194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4356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5532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Retr. Error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LME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Recall@5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6708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LME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NDCG@5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12296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Recall@5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87884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NDCG@5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356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5532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0.9508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6708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0.8818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12296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0.2111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87884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0.1654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0.1364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4356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0.0455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0.2310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5532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0.9508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6708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0.8909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12296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0.4979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87884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0.4028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4356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0.0521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0.2000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5532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0.0286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6708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12296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87884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4356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0.1282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9944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0.1103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5532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0.9545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36708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0.9127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12296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0.3583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7884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0.2660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58768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34356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9944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5532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0.1364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36708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0.0864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12296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787884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StructMem's LongMemEval cells are omitted: that run covers only the 5-question knowledge-update subset. StructMem and Letta carry no turn-level provenance, so LoCoMo's official ranking metrics cannot be computed for them. HaluMem publishes no retrieval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Reasoning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Failure rates after sufficient evidence reaches the answering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Reasoning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12296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Reasoning Error 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0.3636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0.1827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0.3897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12296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0.3636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0.3897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12296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gemma-4-E4B-it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0.2240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0.3440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2296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767676"/>
                </a:solidFill>
                <a:latin typeface="Forma DJR Micro"/>
              </a:rPr>
              <a:t>0.1143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0.2727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0.4586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12296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0.0455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0.3621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12296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in bold, second-best underlined, among the four architectures sharing one configuration. StructMem is a reference run (extraction by gemma-4-E4B-it, HaluMem user #1) and is excluded from marking. StructMem's LongMemEval cells are omitted: that run covers only the 5-question knowledge-update subset. P1 / P4 / P5 are stage failure rates over all adjudicated questions; the three sum to the error rate, matching MemFail's official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